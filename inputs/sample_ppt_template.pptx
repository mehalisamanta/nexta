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70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s rufina" userId="82f03a850a9f00a2" providerId="LiveId" clId="{FAA1ECB5-B8B8-4660-8381-16C5214360E0}"/>
    <pc:docChg chg="modSld">
      <pc:chgData name="jennis rufina" userId="82f03a850a9f00a2" providerId="LiveId" clId="{FAA1ECB5-B8B8-4660-8381-16C5214360E0}" dt="2026-03-10T10:44:36.489" v="284" actId="20577"/>
      <pc:docMkLst>
        <pc:docMk/>
      </pc:docMkLst>
      <pc:sldChg chg="modSp mod">
        <pc:chgData name="jennis rufina" userId="82f03a850a9f00a2" providerId="LiveId" clId="{FAA1ECB5-B8B8-4660-8381-16C5214360E0}" dt="2026-03-10T10:43:21.274" v="254" actId="20577"/>
        <pc:sldMkLst>
          <pc:docMk/>
          <pc:sldMk cId="2663611645" sldId="263"/>
        </pc:sldMkLst>
        <pc:spChg chg="mod">
          <ac:chgData name="jennis rufina" userId="82f03a850a9f00a2" providerId="LiveId" clId="{FAA1ECB5-B8B8-4660-8381-16C5214360E0}" dt="2026-03-10T10:43:21.274" v="254" actId="20577"/>
          <ac:spMkLst>
            <pc:docMk/>
            <pc:sldMk cId="2663611645" sldId="263"/>
            <ac:spMk id="2" creationId="{F4D74AF3-3042-C613-21D4-BDECAE090733}"/>
          </ac:spMkLst>
        </pc:spChg>
        <pc:spChg chg="mod">
          <ac:chgData name="jennis rufina" userId="82f03a850a9f00a2" providerId="LiveId" clId="{FAA1ECB5-B8B8-4660-8381-16C5214360E0}" dt="2026-03-10T10:43:15.498" v="247" actId="20577"/>
          <ac:spMkLst>
            <pc:docMk/>
            <pc:sldMk cId="2663611645" sldId="263"/>
            <ac:spMk id="7" creationId="{DFFA6C3A-1489-8B4F-A83F-028609D5F052}"/>
          </ac:spMkLst>
        </pc:spChg>
      </pc:sldChg>
      <pc:sldChg chg="modSp mod">
        <pc:chgData name="jennis rufina" userId="82f03a850a9f00a2" providerId="LiveId" clId="{FAA1ECB5-B8B8-4660-8381-16C5214360E0}" dt="2026-02-25T08:07:54.699" v="42" actId="20577"/>
        <pc:sldMkLst>
          <pc:docMk/>
          <pc:sldMk cId="4121649048" sldId="270"/>
        </pc:sldMkLst>
        <pc:spChg chg="mod">
          <ac:chgData name="jennis rufina" userId="82f03a850a9f00a2" providerId="LiveId" clId="{FAA1ECB5-B8B8-4660-8381-16C5214360E0}" dt="2026-02-25T08:07:39.331" v="32" actId="20577"/>
          <ac:spMkLst>
            <pc:docMk/>
            <pc:sldMk cId="4121649048" sldId="270"/>
            <ac:spMk id="7" creationId="{CBC7D05A-9F91-615D-CE48-576F37B0F8CA}"/>
          </ac:spMkLst>
        </pc:spChg>
        <pc:spChg chg="mod">
          <ac:chgData name="jennis rufina" userId="82f03a850a9f00a2" providerId="LiveId" clId="{FAA1ECB5-B8B8-4660-8381-16C5214360E0}" dt="2026-02-25T08:07:54.699" v="42" actId="20577"/>
          <ac:spMkLst>
            <pc:docMk/>
            <pc:sldMk cId="4121649048" sldId="270"/>
            <ac:spMk id="11" creationId="{1381C02B-7633-3969-A15A-1467F0D1213B}"/>
          </ac:spMkLst>
        </pc:spChg>
      </pc:sldChg>
      <pc:sldChg chg="modSp mod">
        <pc:chgData name="jennis rufina" userId="82f03a850a9f00a2" providerId="LiveId" clId="{FAA1ECB5-B8B8-4660-8381-16C5214360E0}" dt="2026-03-10T10:44:36.489" v="284" actId="20577"/>
        <pc:sldMkLst>
          <pc:docMk/>
          <pc:sldMk cId="2821146086" sldId="281"/>
        </pc:sldMkLst>
        <pc:spChg chg="mod">
          <ac:chgData name="jennis rufina" userId="82f03a850a9f00a2" providerId="LiveId" clId="{FAA1ECB5-B8B8-4660-8381-16C5214360E0}" dt="2026-03-10T10:44:36.489" v="284" actId="20577"/>
          <ac:spMkLst>
            <pc:docMk/>
            <pc:sldMk cId="2821146086" sldId="281"/>
            <ac:spMk id="7" creationId="{281E5FE1-4888-CBDF-0DD5-A41BA5FEEA8D}"/>
          </ac:spMkLst>
        </pc:spChg>
        <pc:spChg chg="mod">
          <ac:chgData name="jennis rufina" userId="82f03a850a9f00a2" providerId="LiveId" clId="{FAA1ECB5-B8B8-4660-8381-16C5214360E0}" dt="2026-02-25T08:08:28.423" v="73" actId="20577"/>
          <ac:spMkLst>
            <pc:docMk/>
            <pc:sldMk cId="2821146086" sldId="281"/>
            <ac:spMk id="11" creationId="{901A2AF5-92CA-8F25-88FA-D406713C067E}"/>
          </ac:spMkLst>
        </pc:spChg>
      </pc:sldChg>
      <pc:sldChg chg="modSp mod">
        <pc:chgData name="jennis rufina" userId="82f03a850a9f00a2" providerId="LiveId" clId="{FAA1ECB5-B8B8-4660-8381-16C5214360E0}" dt="2026-02-25T08:09:04.057" v="104" actId="20577"/>
        <pc:sldMkLst>
          <pc:docMk/>
          <pc:sldMk cId="2262051643" sldId="282"/>
        </pc:sldMkLst>
        <pc:spChg chg="mod">
          <ac:chgData name="jennis rufina" userId="82f03a850a9f00a2" providerId="LiveId" clId="{FAA1ECB5-B8B8-4660-8381-16C5214360E0}" dt="2026-02-25T08:08:51.255" v="94" actId="20577"/>
          <ac:spMkLst>
            <pc:docMk/>
            <pc:sldMk cId="2262051643" sldId="282"/>
            <ac:spMk id="7" creationId="{5D00FC8E-1F2A-3890-1644-19DF13D3FFB6}"/>
          </ac:spMkLst>
        </pc:spChg>
        <pc:spChg chg="mod">
          <ac:chgData name="jennis rufina" userId="82f03a850a9f00a2" providerId="LiveId" clId="{FAA1ECB5-B8B8-4660-8381-16C5214360E0}" dt="2026-02-25T08:09:04.057" v="104" actId="20577"/>
          <ac:spMkLst>
            <pc:docMk/>
            <pc:sldMk cId="2262051643" sldId="282"/>
            <ac:spMk id="11" creationId="{8C183A66-42F8-F13C-795D-00913B38A72C}"/>
          </ac:spMkLst>
        </pc:spChg>
      </pc:sldChg>
      <pc:sldChg chg="modSp mod">
        <pc:chgData name="jennis rufina" userId="82f03a850a9f00a2" providerId="LiveId" clId="{FAA1ECB5-B8B8-4660-8381-16C5214360E0}" dt="2026-03-03T14:13:17.818" v="203" actId="20577"/>
        <pc:sldMkLst>
          <pc:docMk/>
          <pc:sldMk cId="119268449" sldId="283"/>
        </pc:sldMkLst>
        <pc:spChg chg="mod">
          <ac:chgData name="jennis rufina" userId="82f03a850a9f00a2" providerId="LiveId" clId="{FAA1ECB5-B8B8-4660-8381-16C5214360E0}" dt="2026-03-03T14:13:17.818" v="203" actId="20577"/>
          <ac:spMkLst>
            <pc:docMk/>
            <pc:sldMk cId="119268449" sldId="283"/>
            <ac:spMk id="7" creationId="{B9B22AF1-3840-9008-3CA4-0A6A790F3B2B}"/>
          </ac:spMkLst>
        </pc:spChg>
        <pc:spChg chg="mod">
          <ac:chgData name="jennis rufina" userId="82f03a850a9f00a2" providerId="LiveId" clId="{FAA1ECB5-B8B8-4660-8381-16C5214360E0}" dt="2026-02-25T08:09:51.622" v="137" actId="20577"/>
          <ac:spMkLst>
            <pc:docMk/>
            <pc:sldMk cId="119268449" sldId="283"/>
            <ac:spMk id="11" creationId="{E710390A-553C-B68D-9AAF-E63341E911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DDB01-B6F6-4D19-B7EB-82B79169DABA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1C110-5E53-4DE7-B91B-A84D7659A2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5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200C-1C9F-2353-D06F-A59764770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72B40-BFCB-36DA-BFAD-A4D591097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05D3-3D5D-181B-5CD0-4ED9CFE2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1B94-01BD-FB42-FE9B-924C13FE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E721-EF85-DCA7-DDE4-F8D47B58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82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1009-263A-D5AA-A114-A94BCE10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BBD2-C47B-CACD-C219-2AFC012E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0ACC3-737D-00C2-E4DC-AC16B360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CF0D-88AD-5DEE-6FB5-359EAC7E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1F8F6-6372-8CD6-4011-107F6625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6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E251-0306-8A15-9A75-5062BBB1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3BCB3-3B6B-FC7C-D12C-94F50529C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E52DF-3950-9012-6EAD-3DCAB38E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FD37A-739A-2C82-3A73-24169504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F1F18-C221-C2C7-5A06-4BD3CCB3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3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A1E9-0E96-BB96-A9C0-4CD975D6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D4C3-65FB-C3CE-FAD1-60FE74154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D9663-D13B-95B5-709A-B6314CDD0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5DAE7-DFAA-E694-628F-4B81B1F3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0995F-5419-0020-2E71-B166CF95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28015-5D99-2AF2-DE8F-918A282D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0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2FFB-43EE-2D4C-F6F2-27FF8931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6FF5C-53A8-A0A8-FE70-BB846BDA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7F75F-684D-1C03-7AF5-686823EF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30230-FD12-541A-4ACB-C46D90734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B0461-FA09-193B-7899-75CFFCA78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69EB4-186F-1986-414F-0F36A1E0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31166-1AE5-758F-0BC9-51B7DCF1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017D5-4077-6DB3-F4E5-F436282B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09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FA187-BA1F-5A66-D41C-045399F1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BBC15-8A6B-A906-F36C-305F015C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840E1-4ABA-B532-2560-54AD9F9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C29E4-3F82-48C8-65BD-013A6040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6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9B087-2F71-5235-BCD6-B9FAC02D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DEF13-660F-C7F4-6F38-CC716113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55A0-920B-1A4F-9023-00FA61583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16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EB6E-EDA1-0D09-32DD-0607FC9C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4CAF-C6C8-512E-8A11-9799A2D1B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1A034-5864-F703-07E8-EF35D5EF7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95689-AD13-CC56-0B43-4B827B32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70105-0CEE-E963-3DB3-8FF498A8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97655-D684-387A-FE51-99A891F4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0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D1CA-CE47-698D-272F-DEA1CEBD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855C3-3668-C5C6-6205-45C977429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47528-F291-C4D6-4FAE-572644C7E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2ADF-962B-ABEE-30EF-F29FC6FC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41193-12E1-1D97-DFDD-512363FD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72786-A578-A3F4-511B-514C238F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0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822B-81E4-D993-F4A1-22935EE7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7DBDE-5297-2349-A1A3-915E7D162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A300-F839-1C46-1D08-8800AD2C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77B3-5726-32D7-5FD8-2BE476C1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4EDF3-AA95-1DC8-38D9-FFD251DF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3E744-559F-2305-43C3-3457CBF2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10DD4-E681-5029-D932-DE77CD0B8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6ABB-0E7C-D656-17C1-44B682C1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2652F-1CE5-2FC9-31C4-79D7ED9C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F3250-5BA9-3545-0427-BC3FA91B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37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1F8A3-B9C7-F14E-8044-3767F248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0B28-4BB4-3D9B-FAF6-ED74487A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A820D-7FDF-0004-6F33-AB8257500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AD15-A154-4F8D-9983-D4D8643F4F8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6B73-F74B-5844-4A07-44BF95D94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07A3-CAB8-7332-4DBC-D206E4C29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1AD73-6D98-41FA-957B-9FC4B68A6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0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6F6C6-7382-E2A1-EDFC-EA455F2A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F36EC-AB1E-4C9F-83A1-C938ECB7FC5C}" type="slidenum">
              <a:rPr lang="en-IN" sz="1400" smtClean="0"/>
              <a:t>1</a:t>
            </a:fld>
            <a:endParaRPr lang="en-IN" sz="1400"/>
          </a:p>
        </p:txBody>
      </p:sp>
      <p:sp>
        <p:nvSpPr>
          <p:cNvPr id="5" name="object 3"/>
          <p:cNvSpPr txBox="1"/>
          <p:nvPr/>
        </p:nvSpPr>
        <p:spPr>
          <a:xfrm>
            <a:off x="250371" y="430795"/>
            <a:ext cx="11658377" cy="2106346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r>
              <a:rPr lang="en-US" sz="1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{PROFESSIONAL_SUMMARY} :</a:t>
            </a: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900" marR="0" indent="0">
              <a:spcBef>
                <a:spcPct val="0"/>
              </a:spcBef>
              <a:spcAft>
                <a:spcPct val="0"/>
              </a:spcAft>
              <a:buSzPts val="1150"/>
              <a:buNone/>
            </a:pPr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FFA6C3A-1489-8B4F-A83F-028609D5F052}"/>
              </a:ext>
            </a:extLst>
          </p:cNvPr>
          <p:cNvSpPr txBox="1"/>
          <p:nvPr/>
        </p:nvSpPr>
        <p:spPr>
          <a:xfrm>
            <a:off x="7620000" y="2935271"/>
            <a:ext cx="4288748" cy="1613903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72390" indent="0">
              <a:spcBef>
                <a:spcPts val="133"/>
              </a:spcBef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{EDUCATION_DETAILS}</a:t>
            </a: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72390" indent="0">
              <a:spcBef>
                <a:spcPts val="133"/>
              </a:spcBef>
              <a:buNone/>
            </a:pPr>
            <a:endParaRPr lang="en-IN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BD34B3-6713-C0BA-48F5-B5176E0D7E9D}"/>
              </a:ext>
            </a:extLst>
          </p:cNvPr>
          <p:cNvGrpSpPr/>
          <p:nvPr/>
        </p:nvGrpSpPr>
        <p:grpSpPr>
          <a:xfrm>
            <a:off x="250371" y="2573171"/>
            <a:ext cx="5052866" cy="1256536"/>
            <a:chOff x="1044680" y="1990412"/>
            <a:chExt cx="4720266" cy="144030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1EAC12-9203-314D-D061-D5611DC3FF51}"/>
                </a:ext>
              </a:extLst>
            </p:cNvPr>
            <p:cNvSpPr txBox="1"/>
            <p:nvPr/>
          </p:nvSpPr>
          <p:spPr>
            <a:xfrm>
              <a:off x="1278571" y="3077926"/>
              <a:ext cx="4486375" cy="3527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75285" indent="-285750">
                <a:spcBef>
                  <a:spcPts val="135"/>
                </a:spcBef>
                <a:buSzPct val="107142"/>
                <a:buFont typeface="Wingdings" panose="05000000000000000000" pitchFamily="2" charset="2"/>
                <a:buChar char="§"/>
                <a:tabLst>
                  <a:tab pos="377190" algn="l"/>
                  <a:tab pos="377825" algn="l"/>
                </a:tabLst>
              </a:pPr>
              <a:endParaRPr lang="en-IN" sz="1400" spc="-5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ACE243-F925-8646-4788-F202380DA32E}"/>
                </a:ext>
              </a:extLst>
            </p:cNvPr>
            <p:cNvSpPr txBox="1"/>
            <p:nvPr/>
          </p:nvSpPr>
          <p:spPr>
            <a:xfrm>
              <a:off x="1044680" y="1990412"/>
              <a:ext cx="1677725" cy="3880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b="1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Technical Expertise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F4243315-F4CA-C185-99AF-A0AEEDA89C38}"/>
              </a:ext>
            </a:extLst>
          </p:cNvPr>
          <p:cNvSpPr txBox="1"/>
          <p:nvPr/>
        </p:nvSpPr>
        <p:spPr>
          <a:xfrm>
            <a:off x="250371" y="2943376"/>
            <a:ext cx="7242137" cy="2655214"/>
          </a:xfrm>
          <a:prstGeom prst="rect">
            <a:avLst/>
          </a:prstGeom>
          <a:solidFill>
            <a:schemeClr val="bg1"/>
          </a:solidFill>
          <a:ln w="9144">
            <a:solidFill>
              <a:schemeClr val="tx1"/>
            </a:solidFill>
          </a:ln>
        </p:spPr>
        <p:txBody>
          <a:bodyPr vert="horz" wrap="square" lIns="0" tIns="28575" rIns="0" bIns="0" rtlCol="0" anchor="t">
            <a:spAutoFit/>
          </a:bodyPr>
          <a:lstStyle>
            <a:defPPr>
              <a:defRPr lang="en-US"/>
            </a:defPPr>
            <a:lvl1pPr marL="374650" marR="83820" indent="-285750">
              <a:spcBef>
                <a:spcPts val="225"/>
              </a:spcBef>
              <a:buFont typeface="Arial" panose="020B0604020202020204" pitchFamily="34" charset="0"/>
              <a:buChar char="•"/>
              <a:defRPr sz="1600" spc="-5">
                <a:solidFill>
                  <a:srgbClr val="E7E6E6"/>
                </a:solidFill>
                <a:latin typeface="Calibri"/>
                <a:cs typeface="Calibri"/>
              </a:defRPr>
            </a:lvl1pPr>
          </a:lstStyle>
          <a:p>
            <a:pPr marL="889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{TECHNICAL_SKILLS}</a:t>
            </a: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88900" indent="0">
              <a:buNone/>
            </a:pP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4B0A2-0920-9F09-69B5-30270842C2AA}"/>
              </a:ext>
            </a:extLst>
          </p:cNvPr>
          <p:cNvSpPr txBox="1"/>
          <p:nvPr/>
        </p:nvSpPr>
        <p:spPr>
          <a:xfrm>
            <a:off x="7492730" y="2550312"/>
            <a:ext cx="1117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0">
              <a:buNone/>
            </a:pPr>
            <a:r>
              <a:rPr lang="en-IN" sz="1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lang="en-IN" sz="16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12;g86061bca98_0_0">
            <a:extLst>
              <a:ext uri="{FF2B5EF4-FFF2-40B4-BE49-F238E27FC236}">
                <a16:creationId xmlns:a16="http://schemas.microsoft.com/office/drawing/2014/main" id="{F4D74AF3-3042-C613-21D4-BDECAE090733}"/>
              </a:ext>
            </a:extLst>
          </p:cNvPr>
          <p:cNvSpPr txBox="1">
            <a:spLocks/>
          </p:cNvSpPr>
          <p:nvPr/>
        </p:nvSpPr>
        <p:spPr>
          <a:xfrm>
            <a:off x="165373" y="24560"/>
            <a:ext cx="9156226" cy="43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600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{FULL_NAME}– {CURRENT_ROLE}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96AE1-6DDE-C42D-0EBE-1DAD975BF3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875099" y="6062530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6361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B1E69-0F38-81F8-540B-4926BD02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9C50E-5FC8-C9F7-FDC5-47DC358B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7D05A-9F91-615D-CE48-576F37B0F8CA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{PROJECT1_NAME}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{DURATION_PROJECT1}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{ROLE_PROJECT1}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1C02B-7633-3969-A15A-1467F0D1213B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{Project1_Description}: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{Responsibilities_Project1}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9D2C8-6764-C5E5-A90E-CC7FC0AFAD82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13CD7-9A95-D476-A9A6-22DDFFEF6812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1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53B02-7DA0-A282-3EFD-89CB955BA5F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216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6FA36-51EF-5596-4E03-98DBABC7C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7274B-7E9D-C6F2-7E92-24BD1BA4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E5FE1-4888-CBDF-0DD5-A41BA5FEEA8D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{PROJECT2_NAME}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{DURATION_PROJECT2}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{ROLE_PROJECT2}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A2AF5-92CA-8F25-88FA-D406713C067E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{Project2_Description}: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{Responsibilities_project2}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3F006-1ED5-9F17-4832-5C4EDBCB139A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DA6FC-689D-3954-6C30-D499F8EA99D5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99149-6F21-61C3-57D6-464B4902209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2114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C4485-04EA-5964-A06F-7F50CAB1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ECAAF-5F5F-FF47-8797-93F45AD8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0FC8E-1F2A-3890-1644-19DF13D3FFB6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{PROJECT3_NAME}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{DURATION_project3}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{ROLE_project3}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83A66-42F8-F13C-795D-00913B38A72C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{Project3_Description}: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{Responsibilities_project3}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EFE75C-7666-C01B-B99D-B88C12B9FC8F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00225-2649-E9A9-35FD-316C40ECD757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E50D27-C285-DBAE-BAA1-12AE4060FDA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6205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09864-4992-3906-59DB-A4B1F9E7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0FD1B-DFB6-DD01-EB80-6C652E53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EF36EC-AB1E-4C9F-83A1-C938ECB7FC5C}" type="slidenum">
              <a:rPr kumimoji="0" lang="en-I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22AF1-3840-9008-3CA4-0A6A790F3B2B}"/>
              </a:ext>
            </a:extLst>
          </p:cNvPr>
          <p:cNvSpPr txBox="1"/>
          <p:nvPr/>
        </p:nvSpPr>
        <p:spPr>
          <a:xfrm>
            <a:off x="304800" y="634824"/>
            <a:ext cx="995489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Project: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{PROJECT4_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NAME}</a:t>
            </a:r>
            <a:r>
              <a:rPr lang="en-US" b="1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.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Duration : {DURATION_project4}</a:t>
            </a:r>
            <a:endParaRPr lang="en-US" b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b="1" dirty="0"/>
              <a:t>Role</a:t>
            </a:r>
            <a:r>
              <a:rPr lang="en-US" dirty="0"/>
              <a:t>: {ROLE_project4}</a:t>
            </a:r>
            <a:endParaRPr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0390A-553C-B68D-9AAF-E63341E911D8}"/>
              </a:ext>
            </a:extLst>
          </p:cNvPr>
          <p:cNvSpPr txBox="1"/>
          <p:nvPr/>
        </p:nvSpPr>
        <p:spPr>
          <a:xfrm>
            <a:off x="304800" y="2132178"/>
            <a:ext cx="11691257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fontAlgn="base" hangingPunct="0">
              <a:defRPr/>
            </a:pPr>
            <a:r>
              <a:rPr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{Project4_Description}:</a:t>
            </a: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just" fontAlgn="base" hangingPunct="0"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Responsibilities: 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{Responsibilities_project4}</a:t>
            </a: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B05AF-5824-1070-33D3-B60F3671B346}"/>
              </a:ext>
            </a:extLst>
          </p:cNvPr>
          <p:cNvSpPr txBox="1"/>
          <p:nvPr/>
        </p:nvSpPr>
        <p:spPr>
          <a:xfrm>
            <a:off x="304800" y="1712950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</a:t>
            </a:r>
            <a:r>
              <a:rPr lang="en-IN" b="1" dirty="0"/>
              <a:t>escription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89050A-F255-FD90-6361-53F439F04326}"/>
              </a:ext>
            </a:extLst>
          </p:cNvPr>
          <p:cNvSpPr txBox="1"/>
          <p:nvPr/>
        </p:nvSpPr>
        <p:spPr>
          <a:xfrm>
            <a:off x="304800" y="278283"/>
            <a:ext cx="173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Project 4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F6DC0A-A01D-A51B-4BE2-9C419BBD790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993086" y="75293"/>
            <a:ext cx="2066530" cy="5876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926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186</Words>
  <Application>Microsoft Office PowerPoint</Application>
  <PresentationFormat>Widescreen</PresentationFormat>
  <Paragraphs>113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Krishna Madala</dc:creator>
  <cp:lastModifiedBy>jennis rufina</cp:lastModifiedBy>
  <cp:revision>290</cp:revision>
  <dcterms:created xsi:type="dcterms:W3CDTF">2025-08-06T11:24:47Z</dcterms:created>
  <dcterms:modified xsi:type="dcterms:W3CDTF">2026-03-10T10:44:44Z</dcterms:modified>
</cp:coreProperties>
</file>